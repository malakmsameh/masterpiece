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27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699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737360"/>
          </a:xfrm>
          <a:prstGeom prst="rect">
            <a:avLst/>
          </a:prstGeom>
          <a:solidFill>
            <a:srgbClr val="D8431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6576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dirty="0">
                <a:solidFill>
                  <a:srgbClr val="000000"/>
                </a:solidFill>
              </a:rPr>
              <a:t>🎬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200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TV &amp; Movies Tracker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remembers every show and movie you watch, like a diary.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20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use AI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413766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137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9776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recommend movies and shows I'd like.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514350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143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98348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search for a specific movie just by describing it.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D8431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000000"/>
                </a:solidFill>
              </a:rPr>
              <a:t>🎬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28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TV &amp; Movies Tracker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3E8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103120"/>
            <a:ext cx="640080" cy="64008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21488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Audience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971800"/>
            <a:ext cx="4526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watch a lot of shows and movies and lose track of what they've seen casual binge-watchers, students unwinding between classes, and anyone tired of scrolling for 20 minutes before picking something to watch.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629400" y="2103120"/>
            <a:ext cx="640080" cy="64008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1488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Added Value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971800"/>
            <a:ext cx="4526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trackers just log what you watched. This app understands your taste well enough to recommend the right thing, and it can find a specific movie just from a description no more forgetting a title and giving up the search.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737360"/>
          </a:xfrm>
          <a:prstGeom prst="rect">
            <a:avLst/>
          </a:prstGeom>
          <a:solidFill>
            <a:srgbClr val="D8431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6576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dirty="0">
                <a:solidFill>
                  <a:srgbClr val="000000"/>
                </a:solidFill>
              </a:rPr>
              <a:t>✈️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200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 Planner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helps you plan and organize your whole trip.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20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use AI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413766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137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🧠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9776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create my trip plan from a simple description.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514350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143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🔁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98348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rearrange my trip plan when something changes.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D8431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000000"/>
                </a:solidFill>
              </a:rPr>
              <a:t>✈️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28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 Planner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3E8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103120"/>
            <a:ext cx="640080" cy="64008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21488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Audience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971800"/>
            <a:ext cx="4526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 people and students who want a real vacation plan without spending hours researching first-time travelers, people planning short trips, and anyone who wants a plan built for them instead of building it themselves.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629400" y="2103120"/>
            <a:ext cx="640080" cy="64008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1488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Added Value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971800"/>
            <a:ext cx="4526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trip apps just organize bookings you already made. This one builds the entire day by day plan for you from a single sentence, and instantly rearranges it when something changes no starting over from scratch.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737360"/>
          </a:xfrm>
          <a:prstGeom prst="rect">
            <a:avLst/>
          </a:prstGeom>
          <a:solidFill>
            <a:srgbClr val="D8431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6576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dirty="0">
                <a:solidFill>
                  <a:srgbClr val="000000"/>
                </a:solidFill>
              </a:rPr>
              <a:t>🍳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200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 Planner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finds recipes using food you already have, and helps you reach your health goals.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20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use AI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3E8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4137660"/>
            <a:ext cx="548640" cy="54864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137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👨‍🍳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9776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use AI to invent a brand new recipe when nothing matches.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D8431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000000"/>
                </a:solidFill>
              </a:rPr>
              <a:t>🍳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28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 Planner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3E8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103120"/>
            <a:ext cx="640080" cy="64008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21488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Audience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971800"/>
            <a:ext cx="4526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cooks who don't want to waste food or make an extra grocery run, students on a budget, and people working toward a weight or fitness goal who want meals that actually fit their plan.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629400" y="2103120"/>
            <a:ext cx="640080" cy="640080"/>
          </a:xfrm>
          <a:prstGeom prst="ellipse">
            <a:avLst/>
          </a:prstGeom>
          <a:solidFill>
            <a:srgbClr val="FFBA0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1488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Added Value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971800"/>
            <a:ext cx="4526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B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recipe apps leave you stuck when nothing matches your ingredients. This app never leaves you with no answer when there's no match, the AI invents a brand new recipe on the spot, and everything is tied to your personal health goals.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427</Words>
  <Application>Microsoft Office PowerPoint</Application>
  <PresentationFormat>Widescreen</PresentationFormat>
  <Paragraphs>55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Orange</cp:lastModifiedBy>
  <cp:revision>2</cp:revision>
  <dcterms:created xsi:type="dcterms:W3CDTF">2026-09-20T18:14:40Z</dcterms:created>
  <dcterms:modified xsi:type="dcterms:W3CDTF">2026-09-20T18:20:52Z</dcterms:modified>
</cp:coreProperties>
</file>