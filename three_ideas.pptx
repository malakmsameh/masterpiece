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27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699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737360"/>
          </a:xfrm>
          <a:prstGeom prst="rect">
            <a:avLst/>
          </a:prstGeom>
          <a:solidFill>
            <a:srgbClr val="D84315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6576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657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dirty="0">
                <a:solidFill>
                  <a:srgbClr val="000000"/>
                </a:solidFill>
              </a:rPr>
              <a:t>🎬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1737360" y="32004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TV &amp; Movies Tracker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574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5146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 that remembers every show and movie you watch, like a diary.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520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I'll use AI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97764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FF3E8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4137660"/>
            <a:ext cx="548640" cy="548640"/>
          </a:xfrm>
          <a:prstGeom prst="ellipse">
            <a:avLst/>
          </a:prstGeom>
          <a:solidFill>
            <a:srgbClr val="FFBA0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41376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✨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397764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use AI to recommend movies and shows I'd like.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0080" y="498348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FF3E8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5143500"/>
            <a:ext cx="548640" cy="548640"/>
          </a:xfrm>
          <a:prstGeom prst="ellipse">
            <a:avLst/>
          </a:prstGeom>
          <a:solidFill>
            <a:srgbClr val="FFBA0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51435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🔎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691640" y="498348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use AI to search for a specific movie just by describing it.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D84315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228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000000"/>
                </a:solidFill>
              </a:rPr>
              <a:t>🎬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828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TV &amp; Movies Tracker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5257800" cy="4297680"/>
          </a:xfrm>
          <a:prstGeom prst="roundRect">
            <a:avLst>
              <a:gd name="adj" fmla="val 2128"/>
            </a:avLst>
          </a:prstGeom>
          <a:solidFill>
            <a:srgbClr val="FFF3E8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2103120"/>
            <a:ext cx="640080" cy="640080"/>
          </a:xfrm>
          <a:prstGeom prst="ellipse">
            <a:avLst/>
          </a:prstGeom>
          <a:solidFill>
            <a:srgbClr val="F77F0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828800" y="214884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Audience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971800"/>
            <a:ext cx="4526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who watch a lot of shows and movies and lose track of what they've seen casual binge-watchers, and anyone tired of scrolling for 20 minutes before picking something to watch, I would range the age </a:t>
            </a:r>
            <a:r>
              <a:rPr lang="en-US" sz="1500" dirty="0" err="1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berween</a:t>
            </a:r>
            <a:r>
              <a:rPr lang="en-US" sz="15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15 till 30 years old.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63640" y="1737360"/>
            <a:ext cx="5257800" cy="4297680"/>
          </a:xfrm>
          <a:prstGeom prst="roundRect">
            <a:avLst>
              <a:gd name="adj" fmla="val 2128"/>
            </a:avLst>
          </a:prstGeom>
          <a:solidFill>
            <a:srgbClr val="FFF3E8"/>
          </a:solidFill>
          <a:ln/>
        </p:spPr>
      </p:sp>
      <p:sp>
        <p:nvSpPr>
          <p:cNvPr id="12" name="Shape 10"/>
          <p:cNvSpPr/>
          <p:nvPr/>
        </p:nvSpPr>
        <p:spPr>
          <a:xfrm>
            <a:off x="6629400" y="2103120"/>
            <a:ext cx="640080" cy="640080"/>
          </a:xfrm>
          <a:prstGeom prst="ellipse">
            <a:avLst/>
          </a:prstGeom>
          <a:solidFill>
            <a:srgbClr val="FFBA0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2940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💡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452360" y="214884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Added Value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2971800"/>
            <a:ext cx="4526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trackers just log what you watched. This app understands your taste well enough to recommend the right thing, and it can find a specific movie just from a description no more forgetting a title and giving up the search.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737360"/>
          </a:xfrm>
          <a:prstGeom prst="rect">
            <a:avLst/>
          </a:prstGeom>
          <a:solidFill>
            <a:srgbClr val="D84315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6576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657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dirty="0">
                <a:solidFill>
                  <a:srgbClr val="000000"/>
                </a:solidFill>
              </a:rPr>
              <a:t>✈️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1737360" y="32004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Trip Planner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574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5146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 that helps you plan and organize your whole trip.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520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I'll use AI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97764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FF3E8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4137660"/>
            <a:ext cx="548640" cy="548640"/>
          </a:xfrm>
          <a:prstGeom prst="ellipse">
            <a:avLst/>
          </a:prstGeom>
          <a:solidFill>
            <a:srgbClr val="FFBA0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41376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🧠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397764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use AI to create my trip plan from a simple description.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0080" y="498348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FF3E8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5143500"/>
            <a:ext cx="548640" cy="548640"/>
          </a:xfrm>
          <a:prstGeom prst="ellipse">
            <a:avLst/>
          </a:prstGeom>
          <a:solidFill>
            <a:srgbClr val="FFBA0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51435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🔁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691640" y="498348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use AI to rearrange my trip plan when something changes.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D84315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228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000000"/>
                </a:solidFill>
              </a:rPr>
              <a:t>✈️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828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Trip Planner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5257800" cy="4297680"/>
          </a:xfrm>
          <a:prstGeom prst="roundRect">
            <a:avLst>
              <a:gd name="adj" fmla="val 2128"/>
            </a:avLst>
          </a:prstGeom>
          <a:solidFill>
            <a:srgbClr val="FFF3E8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2103120"/>
            <a:ext cx="640080" cy="640080"/>
          </a:xfrm>
          <a:prstGeom prst="ellipse">
            <a:avLst/>
          </a:prstGeom>
          <a:solidFill>
            <a:srgbClr val="F77F0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828800" y="214884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Audience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971800"/>
            <a:ext cx="4526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would target the age range of 25 till 40 years old 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63640" y="1737360"/>
            <a:ext cx="5257800" cy="4297680"/>
          </a:xfrm>
          <a:prstGeom prst="roundRect">
            <a:avLst>
              <a:gd name="adj" fmla="val 2128"/>
            </a:avLst>
          </a:prstGeom>
          <a:solidFill>
            <a:srgbClr val="FFF3E8"/>
          </a:solidFill>
          <a:ln/>
        </p:spPr>
      </p:sp>
      <p:sp>
        <p:nvSpPr>
          <p:cNvPr id="12" name="Shape 10"/>
          <p:cNvSpPr/>
          <p:nvPr/>
        </p:nvSpPr>
        <p:spPr>
          <a:xfrm>
            <a:off x="6629400" y="2103120"/>
            <a:ext cx="640080" cy="640080"/>
          </a:xfrm>
          <a:prstGeom prst="ellipse">
            <a:avLst/>
          </a:prstGeom>
          <a:solidFill>
            <a:srgbClr val="FFBA0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2940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💡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452360" y="214884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Added Value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2971800"/>
            <a:ext cx="4526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trip apps just organize bookings you already made. This one builds the entire day by day plan for you from a single sentence, and instantly rearranges it when something changes no starting over from scratch.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737360"/>
          </a:xfrm>
          <a:prstGeom prst="rect">
            <a:avLst/>
          </a:prstGeom>
          <a:solidFill>
            <a:srgbClr val="D84315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6576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657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dirty="0">
                <a:solidFill>
                  <a:srgbClr val="000000"/>
                </a:solidFill>
              </a:rPr>
              <a:t>🍳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1737360" y="32004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Meal Planner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574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5146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 that finds recipes using food you already have, and helps you reach your health goals.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520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I'll use AI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97764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FF3E8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4137660"/>
            <a:ext cx="548640" cy="548640"/>
          </a:xfrm>
          <a:prstGeom prst="ellipse">
            <a:avLst/>
          </a:prstGeom>
          <a:solidFill>
            <a:srgbClr val="FFBA0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41376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👨‍🍳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397764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use AI to invent a brand new recipe when nothing matches.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D84315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228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000000"/>
                </a:solidFill>
              </a:rPr>
              <a:t>🍳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828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Meal Planner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5257800" cy="4297680"/>
          </a:xfrm>
          <a:prstGeom prst="roundRect">
            <a:avLst>
              <a:gd name="adj" fmla="val 2128"/>
            </a:avLst>
          </a:prstGeom>
          <a:solidFill>
            <a:srgbClr val="FFF3E8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2103120"/>
            <a:ext cx="640080" cy="640080"/>
          </a:xfrm>
          <a:prstGeom prst="ellipse">
            <a:avLst/>
          </a:prstGeom>
          <a:solidFill>
            <a:srgbClr val="F77F0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828800" y="214884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Audience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971800"/>
            <a:ext cx="4526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would target 19 till 33 years old.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63640" y="1737360"/>
            <a:ext cx="5257800" cy="4297680"/>
          </a:xfrm>
          <a:prstGeom prst="roundRect">
            <a:avLst>
              <a:gd name="adj" fmla="val 2128"/>
            </a:avLst>
          </a:prstGeom>
          <a:solidFill>
            <a:srgbClr val="FFF3E8"/>
          </a:solidFill>
          <a:ln/>
        </p:spPr>
      </p:sp>
      <p:sp>
        <p:nvSpPr>
          <p:cNvPr id="12" name="Shape 10"/>
          <p:cNvSpPr/>
          <p:nvPr/>
        </p:nvSpPr>
        <p:spPr>
          <a:xfrm>
            <a:off x="6629400" y="2103120"/>
            <a:ext cx="640080" cy="640080"/>
          </a:xfrm>
          <a:prstGeom prst="ellipse">
            <a:avLst/>
          </a:prstGeom>
          <a:solidFill>
            <a:srgbClr val="FFBA0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2940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💡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452360" y="214884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Added Value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2971800"/>
            <a:ext cx="4526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recipe apps leave you stuck when nothing matches your ingredients. This app never leaves you with no answer when there's no match, the AI invents a brand new recipe on the spot, and everything is tied to your personal health goals.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381</Words>
  <Application>Microsoft Office PowerPoint</Application>
  <PresentationFormat>Widescreen</PresentationFormat>
  <Paragraphs>55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Orange</cp:lastModifiedBy>
  <cp:revision>3</cp:revision>
  <dcterms:created xsi:type="dcterms:W3CDTF">2026-09-20T18:14:40Z</dcterms:created>
  <dcterms:modified xsi:type="dcterms:W3CDTF">2026-09-21T10:20:17Z</dcterms:modified>
</cp:coreProperties>
</file>