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691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🎬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TV &amp; Movies Tracker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493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remembers every show and movie you watch, like a diary.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recommend movies and shows I'd like.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14350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43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98348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search for a specific movie just by describing it.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✈️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Planner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helps you plan and organize your whole trip.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🧠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create my trip plan from a simple description.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14350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43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98348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rearrange my trip plan when something changes.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🍳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 Planner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finds recipes using food you already have, and helps you reach your health goals.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👨‍🍳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invent a brand new recipe when nothing matches.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Microsoft Office PowerPoint</Application>
  <PresentationFormat>Widescreen</PresentationFormat>
  <Paragraphs>27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Orange</cp:lastModifiedBy>
  <cp:revision>2</cp:revision>
  <dcterms:created xsi:type="dcterms:W3CDTF">2026-09-20T17:50:50Z</dcterms:created>
  <dcterms:modified xsi:type="dcterms:W3CDTF">2026-09-20T18:00:58Z</dcterms:modified>
</cp:coreProperties>
</file>